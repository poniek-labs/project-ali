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Aldrich"/>
      <p:regular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font" Target="fonts/Aldrich-regular.fnt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55c36352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d55c36352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d55c36352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d55c36352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55c36352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55c36352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55c36352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d55c36352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55c36352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55c36352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abs.poniek.ca" TargetMode="External"/><Relationship Id="rId5" Type="http://schemas.openxmlformats.org/officeDocument/2006/relationships/hyperlink" Target="http://labs.poniek.c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gif"/><Relationship Id="rId4" Type="http://schemas.openxmlformats.org/officeDocument/2006/relationships/image" Target="../media/image8.gif"/><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509658" y="801609"/>
            <a:ext cx="8520600" cy="2052600"/>
          </a:xfrm>
          <a:prstGeom prst="rect">
            <a:avLst/>
          </a:prstGeom>
        </p:spPr>
        <p:txBody>
          <a:bodyPr anchorCtr="0" anchor="b" bIns="91425" lIns="91425" spcFirstLastPara="1" rIns="91425" wrap="square" tIns="91425">
            <a:normAutofit fontScale="90000"/>
          </a:bodyPr>
          <a:lstStyle/>
          <a:p>
            <a:pPr indent="0" lvl="0" marL="0" rtl="0" algn="r">
              <a:spcBef>
                <a:spcPts val="0"/>
              </a:spcBef>
              <a:spcAft>
                <a:spcPts val="0"/>
              </a:spcAft>
              <a:buNone/>
            </a:pPr>
            <a:r>
              <a:rPr b="1" lang="en">
                <a:solidFill>
                  <a:schemeClr val="lt1"/>
                </a:solidFill>
                <a:latin typeface="Aldrich"/>
                <a:ea typeface="Aldrich"/>
                <a:cs typeface="Aldrich"/>
                <a:sym typeface="Aldrich"/>
              </a:rPr>
              <a:t>Why Poniek Labs Project Ali is good for you!</a:t>
            </a:r>
            <a:endParaRPr b="1">
              <a:solidFill>
                <a:schemeClr val="lt1"/>
              </a:solidFill>
              <a:latin typeface="Aldrich"/>
              <a:ea typeface="Aldrich"/>
              <a:cs typeface="Aldrich"/>
              <a:sym typeface="Aldrich"/>
            </a:endParaRPr>
          </a:p>
        </p:txBody>
      </p:sp>
      <p:sp>
        <p:nvSpPr>
          <p:cNvPr id="55" name="Google Shape;55;p13"/>
          <p:cNvSpPr txBox="1"/>
          <p:nvPr>
            <p:ph idx="1" type="subTitle"/>
          </p:nvPr>
        </p:nvSpPr>
        <p:spPr>
          <a:xfrm>
            <a:off x="509650" y="2854209"/>
            <a:ext cx="8520600" cy="792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n">
                <a:solidFill>
                  <a:schemeClr val="lt1"/>
                </a:solidFill>
                <a:latin typeface="Aldrich"/>
                <a:ea typeface="Aldrich"/>
                <a:cs typeface="Aldrich"/>
                <a:sym typeface="Aldrich"/>
              </a:rPr>
              <a:t>© 2026 Poniek Labs Canada</a:t>
            </a:r>
            <a:endParaRPr>
              <a:solidFill>
                <a:schemeClr val="lt1"/>
              </a:solidFill>
              <a:latin typeface="Aldrich"/>
              <a:ea typeface="Aldrich"/>
              <a:cs typeface="Aldrich"/>
              <a:sym typeface="Aldrich"/>
            </a:endParaRPr>
          </a:p>
        </p:txBody>
      </p:sp>
      <p:pic>
        <p:nvPicPr>
          <p:cNvPr id="56" name="Google Shape;56;p13" title="Futuristic Poniek Labs logo design.png"/>
          <p:cNvPicPr preferRelativeResize="0"/>
          <p:nvPr/>
        </p:nvPicPr>
        <p:blipFill>
          <a:blip r:embed="rId3">
            <a:alphaModFix/>
          </a:blip>
          <a:stretch>
            <a:fillRect/>
          </a:stretch>
        </p:blipFill>
        <p:spPr>
          <a:xfrm>
            <a:off x="7647300" y="3646800"/>
            <a:ext cx="1496699" cy="1496699"/>
          </a:xfrm>
          <a:prstGeom prst="rect">
            <a:avLst/>
          </a:prstGeom>
          <a:noFill/>
          <a:ln>
            <a:noFill/>
          </a:ln>
        </p:spPr>
      </p:pic>
      <p:sp>
        <p:nvSpPr>
          <p:cNvPr id="57" name="Google Shape;57;p13"/>
          <p:cNvSpPr txBox="1"/>
          <p:nvPr/>
        </p:nvSpPr>
        <p:spPr>
          <a:xfrm>
            <a:off x="85300" y="4702800"/>
            <a:ext cx="44106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https://github.com/Codebunny100/project-ali/</a:t>
            </a:r>
            <a:endParaRPr sz="1800">
              <a:solidFill>
                <a:schemeClr val="dk2"/>
              </a:solidFill>
            </a:endParaRPr>
          </a:p>
        </p:txBody>
      </p:sp>
      <p:sp>
        <p:nvSpPr>
          <p:cNvPr id="58" name="Google Shape;58;p13"/>
          <p:cNvSpPr txBox="1"/>
          <p:nvPr/>
        </p:nvSpPr>
        <p:spPr>
          <a:xfrm>
            <a:off x="85300" y="4418500"/>
            <a:ext cx="36111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https://labs.poniek.ca</a:t>
            </a:r>
            <a:endParaRPr sz="1800">
              <a:solidFill>
                <a:schemeClr val="dk2"/>
              </a:solidFill>
            </a:endParaRPr>
          </a:p>
        </p:txBody>
      </p:sp>
      <p:sp>
        <p:nvSpPr>
          <p:cNvPr id="59" name="Google Shape;59;p13">
            <a:hlinkClick r:id="rId4"/>
          </p:cNvPr>
          <p:cNvSpPr/>
          <p:nvPr/>
        </p:nvSpPr>
        <p:spPr>
          <a:xfrm>
            <a:off x="7935550" y="104950"/>
            <a:ext cx="1094700" cy="529200"/>
          </a:xfrm>
          <a:prstGeom prst="roundRect">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uFill>
                  <a:noFill/>
                </a:uFill>
                <a:hlinkClick r:id="rId5">
                  <a:extLst>
                    <a:ext uri="{A12FA001-AC4F-418D-AE19-62706E023703}">
                      <ahyp:hlinkClr val="tx"/>
                    </a:ext>
                  </a:extLst>
                </a:hlinkClick>
              </a:rPr>
              <a:t>see website</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FF00"/>
            </a:gs>
            <a:gs pos="50000">
              <a:srgbClr val="3AB93A"/>
            </a:gs>
            <a:gs pos="75000">
              <a:srgbClr val="4A86E8"/>
            </a:gs>
            <a:gs pos="100000">
              <a:schemeClr val="dk1"/>
            </a:gs>
          </a:gsLst>
          <a:path path="circle">
            <a:fillToRect b="100%" l="0%" r="100%" t="0%"/>
          </a:path>
          <a:tileRect b="0%" l="-100%" r="0%" t="-100%"/>
        </a:gradFill>
      </p:bgPr>
    </p:bg>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Ease of use</a:t>
            </a:r>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solidFill>
                  <a:schemeClr val="dk1"/>
                </a:solidFill>
              </a:rPr>
              <a:t>Poniek Labs Project Ali is our Classroom Sign out system. It is built to be efficient and easy to use. All teachers have to do is set it up and then students can enter their name, chose washroom, office, water, other and then click sign out. This will add them into the log and automatically enter the time. Then when the student returns and clicks sign back in it will record the sign in time and then calculate the time they were away. No other students can sign out while someone is signed out. This also eliminates the waste of paper and the time it takes teachers to print new sheets. Ali is designed with a Export to PDF button that exports the log to: you guessed it a PDF so the teachers can deliver the log to the office if needed. This works for IPAD, Android tablet, Chromebook, Macbook or any computer. Including Iphones and other smartphones.</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00FF"/>
            </a:gs>
            <a:gs pos="50000">
              <a:srgbClr val="3AB93A"/>
            </a:gs>
            <a:gs pos="75000">
              <a:srgbClr val="4A86E8"/>
            </a:gs>
            <a:gs pos="100000">
              <a:schemeClr val="dk1"/>
            </a:gs>
          </a:gsLst>
          <a:path path="circle">
            <a:fillToRect b="100%" l="0%" r="100%" t="0%"/>
          </a:path>
          <a:tileRect b="0%" l="-100%" r="0%" t="-100%"/>
        </a:gra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Reduction of waste</a:t>
            </a:r>
            <a:endParaRPr/>
          </a:p>
        </p:txBody>
      </p:sp>
      <p:sp>
        <p:nvSpPr>
          <p:cNvPr id="71" name="Google Shape;71;p15"/>
          <p:cNvSpPr txBox="1"/>
          <p:nvPr>
            <p:ph idx="1" type="body"/>
          </p:nvPr>
        </p:nvSpPr>
        <p:spPr>
          <a:xfrm>
            <a:off x="311700" y="1152475"/>
            <a:ext cx="292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The Ali Sign out system doesn’t require any paper or marker! You just set it up, plug the computer in and it works.</a:t>
            </a:r>
            <a:endParaRPr>
              <a:solidFill>
                <a:schemeClr val="dk1"/>
              </a:solidFill>
            </a:endParaRPr>
          </a:p>
        </p:txBody>
      </p:sp>
      <p:pic>
        <p:nvPicPr>
          <p:cNvPr id="72" name="Google Shape;72;p15" title="Screenshot 2026-04-10 14.59.04.png"/>
          <p:cNvPicPr preferRelativeResize="0"/>
          <p:nvPr/>
        </p:nvPicPr>
        <p:blipFill>
          <a:blip r:embed="rId3">
            <a:alphaModFix/>
          </a:blip>
          <a:stretch>
            <a:fillRect/>
          </a:stretch>
        </p:blipFill>
        <p:spPr>
          <a:xfrm>
            <a:off x="1735275" y="2705525"/>
            <a:ext cx="1504737" cy="572700"/>
          </a:xfrm>
          <a:prstGeom prst="rect">
            <a:avLst/>
          </a:prstGeom>
          <a:noFill/>
          <a:ln>
            <a:noFill/>
          </a:ln>
        </p:spPr>
      </p:pic>
      <p:pic>
        <p:nvPicPr>
          <p:cNvPr id="73" name="Google Shape;73;p15" title="Screenshot 2026-04-10 14.58.51.png"/>
          <p:cNvPicPr preferRelativeResize="0"/>
          <p:nvPr/>
        </p:nvPicPr>
        <p:blipFill>
          <a:blip r:embed="rId4">
            <a:alphaModFix/>
          </a:blip>
          <a:stretch>
            <a:fillRect/>
          </a:stretch>
        </p:blipFill>
        <p:spPr>
          <a:xfrm>
            <a:off x="3406263" y="2634429"/>
            <a:ext cx="5737725" cy="2608575"/>
          </a:xfrm>
          <a:prstGeom prst="rect">
            <a:avLst/>
          </a:prstGeom>
          <a:noFill/>
          <a:ln>
            <a:noFill/>
          </a:ln>
        </p:spPr>
      </p:pic>
      <p:pic>
        <p:nvPicPr>
          <p:cNvPr id="74" name="Google Shape;74;p15" title="Screenshot 2026-04-10 14.58.34.png"/>
          <p:cNvPicPr preferRelativeResize="0"/>
          <p:nvPr/>
        </p:nvPicPr>
        <p:blipFill>
          <a:blip r:embed="rId5">
            <a:alphaModFix/>
          </a:blip>
          <a:stretch>
            <a:fillRect/>
          </a:stretch>
        </p:blipFill>
        <p:spPr>
          <a:xfrm>
            <a:off x="3406277" y="-73651"/>
            <a:ext cx="5737710" cy="2608575"/>
          </a:xfrm>
          <a:prstGeom prst="rect">
            <a:avLst/>
          </a:prstGeom>
          <a:noFill/>
          <a:ln>
            <a:noFill/>
          </a:ln>
        </p:spPr>
      </p:pic>
      <p:pic>
        <p:nvPicPr>
          <p:cNvPr id="75" name="Google Shape;75;p15" title="Screenshot 2026-04-10 14.58.08.png"/>
          <p:cNvPicPr preferRelativeResize="0"/>
          <p:nvPr/>
        </p:nvPicPr>
        <p:blipFill>
          <a:blip r:embed="rId6">
            <a:alphaModFix/>
          </a:blip>
          <a:stretch>
            <a:fillRect/>
          </a:stretch>
        </p:blipFill>
        <p:spPr>
          <a:xfrm>
            <a:off x="182475" y="3390888"/>
            <a:ext cx="3057525" cy="1752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2" name="Google Shape;82;p16" title="Screenshot 2026-04-10 14.57.41.png"/>
          <p:cNvPicPr preferRelativeResize="0"/>
          <p:nvPr/>
        </p:nvPicPr>
        <p:blipFill>
          <a:blip r:embed="rId3">
            <a:alphaModFix/>
          </a:blip>
          <a:stretch>
            <a:fillRect/>
          </a:stretch>
        </p:blipFill>
        <p:spPr>
          <a:xfrm>
            <a:off x="0" y="289214"/>
            <a:ext cx="9144000" cy="45650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0000"/>
            </a:gs>
            <a:gs pos="50000">
              <a:srgbClr val="FF00FF"/>
            </a:gs>
            <a:gs pos="75000">
              <a:srgbClr val="4A86E8"/>
            </a:gs>
            <a:gs pos="100000">
              <a:schemeClr val="dk1"/>
            </a:gs>
          </a:gsLst>
          <a:path path="circle">
            <a:fillToRect b="100%" l="0%" r="100%" t="0%"/>
          </a:path>
          <a:tileRect b="0%" l="-100%" r="0%" t="-100%"/>
        </a:gradFill>
      </p:bgPr>
    </p:bg>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Setup</a:t>
            </a:r>
            <a:endParaRPr/>
          </a:p>
        </p:txBody>
      </p:sp>
      <p:sp>
        <p:nvSpPr>
          <p:cNvPr id="88" name="Google Shape;8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The Ali system works on all devices. To set up on chromebook: Download the html, click the html and open it in browser on: Mac, PC, Chromebook, Android or Click open with files on: Iphone or Ipad. Voila! It works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
                <a:solidFill>
                  <a:schemeClr val="dk1"/>
                </a:solidFill>
              </a:rPr>
              <a:t>FYI: when you click export to pdf on ipad or iphone it will open up the pdf and you need to press the share button (the box with an arrow) and then save</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Ali is made with:</a:t>
            </a:r>
            <a:endParaRPr/>
          </a:p>
        </p:txBody>
      </p:sp>
      <p:pic>
        <p:nvPicPr>
          <p:cNvPr descr="three logos for html 5 js and css are shown on a white background (Provided by Tenor)" id="94" name="Google Shape;94;p18"/>
          <p:cNvPicPr preferRelativeResize="0"/>
          <p:nvPr/>
        </p:nvPicPr>
        <p:blipFill>
          <a:blip r:embed="rId3">
            <a:alphaModFix/>
          </a:blip>
          <a:stretch>
            <a:fillRect/>
          </a:stretch>
        </p:blipFill>
        <p:spPr>
          <a:xfrm>
            <a:off x="5864250" y="2228150"/>
            <a:ext cx="2847975" cy="1590675"/>
          </a:xfrm>
          <a:prstGeom prst="rect">
            <a:avLst/>
          </a:prstGeom>
          <a:noFill/>
          <a:ln>
            <a:noFill/>
          </a:ln>
        </p:spPr>
      </p:pic>
      <p:pic>
        <p:nvPicPr>
          <p:cNvPr descr="a blue ribbon with an x in the middle (Provided by Tenor)" id="95" name="Google Shape;95;p18"/>
          <p:cNvPicPr preferRelativeResize="0"/>
          <p:nvPr/>
        </p:nvPicPr>
        <p:blipFill>
          <a:blip r:embed="rId4">
            <a:alphaModFix/>
          </a:blip>
          <a:stretch>
            <a:fillRect/>
          </a:stretch>
        </p:blipFill>
        <p:spPr>
          <a:xfrm>
            <a:off x="311700" y="2005275"/>
            <a:ext cx="2213925" cy="2183725"/>
          </a:xfrm>
          <a:prstGeom prst="rect">
            <a:avLst/>
          </a:prstGeom>
          <a:noFill/>
          <a:ln>
            <a:noFill/>
          </a:ln>
        </p:spPr>
      </p:pic>
      <p:pic>
        <p:nvPicPr>
          <p:cNvPr descr="File:Heart corazón.svg - Wikimedia Commons" id="96" name="Google Shape;96;p18"/>
          <p:cNvPicPr preferRelativeResize="0"/>
          <p:nvPr/>
        </p:nvPicPr>
        <p:blipFill>
          <a:blip r:embed="rId5">
            <a:alphaModFix/>
          </a:blip>
          <a:stretch>
            <a:fillRect/>
          </a:stretch>
        </p:blipFill>
        <p:spPr>
          <a:xfrm>
            <a:off x="3152775" y="1990175"/>
            <a:ext cx="2213924" cy="2213924"/>
          </a:xfrm>
          <a:prstGeom prst="rect">
            <a:avLst/>
          </a:prstGeom>
          <a:noFill/>
          <a:ln>
            <a:noFill/>
          </a:ln>
        </p:spPr>
      </p:pic>
      <p:sp>
        <p:nvSpPr>
          <p:cNvPr id="97" name="Google Shape;97;p18"/>
          <p:cNvSpPr txBox="1"/>
          <p:nvPr/>
        </p:nvSpPr>
        <p:spPr>
          <a:xfrm>
            <a:off x="625675" y="4529450"/>
            <a:ext cx="80865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And licensed under plSL-35 or the Poniek Labs Software License 35</a:t>
            </a:r>
            <a:endParaRPr sz="1800">
              <a:solidFill>
                <a:schemeClr val="dk2"/>
              </a:solidFill>
            </a:endParaRPr>
          </a:p>
          <a:p>
            <a:pPr indent="0" lvl="0" marL="0" rtl="0" algn="l">
              <a:spcBef>
                <a:spcPts val="0"/>
              </a:spcBef>
              <a:spcAft>
                <a:spcPts val="0"/>
              </a:spcAft>
              <a:buNone/>
            </a:pPr>
            <a:r>
              <a:rPr lang="en" sz="1800">
                <a:solidFill>
                  <a:schemeClr val="dk2"/>
                </a:solidFill>
              </a:rPr>
              <a:t>See here: github.com/codebunny100/projectali/LICENSE</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